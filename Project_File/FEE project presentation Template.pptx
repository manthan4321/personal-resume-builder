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68" r:id="rId2"/>
    <p:sldId id="267" r:id="rId3"/>
    <p:sldId id="271" r:id="rId4"/>
    <p:sldId id="273" r:id="rId5"/>
    <p:sldId id="272" r:id="rId6"/>
    <p:sldId id="274" r:id="rId7"/>
    <p:sldId id="275" r:id="rId8"/>
    <p:sldId id="281" r:id="rId9"/>
    <p:sldId id="282" r:id="rId10"/>
    <p:sldId id="280" r:id="rId11"/>
    <p:sldId id="278" r:id="rId12"/>
    <p:sldId id="279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D24DF6-AD0C-4F5C-8796-7E30727046E9}" v="45" dt="2024-09-30T09:35:15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89" autoAdjust="0"/>
  </p:normalViewPr>
  <p:slideViewPr>
    <p:cSldViewPr>
      <p:cViewPr>
        <p:scale>
          <a:sx n="100" d="100"/>
          <a:sy n="100" d="100"/>
        </p:scale>
        <p:origin x="96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yansh aggarwal" userId="39436d0bebac459e" providerId="LiveId" clId="{D9D24DF6-AD0C-4F5C-8796-7E30727046E9}"/>
    <pc:docChg chg="undo custSel addSld delSld modSld sldOrd">
      <pc:chgData name="Devyansh aggarwal" userId="39436d0bebac459e" providerId="LiveId" clId="{D9D24DF6-AD0C-4F5C-8796-7E30727046E9}" dt="2024-09-30T09:35:27.204" v="1209" actId="12"/>
      <pc:docMkLst>
        <pc:docMk/>
      </pc:docMkLst>
      <pc:sldChg chg="modSp mod">
        <pc:chgData name="Devyansh aggarwal" userId="39436d0bebac459e" providerId="LiveId" clId="{D9D24DF6-AD0C-4F5C-8796-7E30727046E9}" dt="2024-09-28T20:59:56.721" v="1050" actId="113"/>
        <pc:sldMkLst>
          <pc:docMk/>
          <pc:sldMk cId="0" sldId="268"/>
        </pc:sldMkLst>
        <pc:spChg chg="mod">
          <ac:chgData name="Devyansh aggarwal" userId="39436d0bebac459e" providerId="LiveId" clId="{D9D24DF6-AD0C-4F5C-8796-7E30727046E9}" dt="2024-09-28T20:59:56.721" v="1050" actId="113"/>
          <ac:spMkLst>
            <pc:docMk/>
            <pc:sldMk cId="0" sldId="268"/>
            <ac:spMk id="6" creationId="{39596CC0-0544-9FD2-7AFD-B23ECB7AE8F4}"/>
          </ac:spMkLst>
        </pc:spChg>
      </pc:sldChg>
      <pc:sldChg chg="modSp mod">
        <pc:chgData name="Devyansh aggarwal" userId="39436d0bebac459e" providerId="LiveId" clId="{D9D24DF6-AD0C-4F5C-8796-7E30727046E9}" dt="2024-09-29T04:12:05.274" v="1053" actId="2711"/>
        <pc:sldMkLst>
          <pc:docMk/>
          <pc:sldMk cId="0" sldId="271"/>
        </pc:sldMkLst>
        <pc:spChg chg="mod">
          <ac:chgData name="Devyansh aggarwal" userId="39436d0bebac459e" providerId="LiveId" clId="{D9D24DF6-AD0C-4F5C-8796-7E30727046E9}" dt="2024-09-29T04:12:05.274" v="1053" actId="2711"/>
          <ac:spMkLst>
            <pc:docMk/>
            <pc:sldMk cId="0" sldId="271"/>
            <ac:spMk id="4" creationId="{9A597AE6-DB6D-5ABA-8F7A-C3EB5EB4234D}"/>
          </ac:spMkLst>
        </pc:spChg>
        <pc:spChg chg="mod">
          <ac:chgData name="Devyansh aggarwal" userId="39436d0bebac459e" providerId="LiveId" clId="{D9D24DF6-AD0C-4F5C-8796-7E30727046E9}" dt="2024-09-29T04:11:53.167" v="1052" actId="2711"/>
          <ac:spMkLst>
            <pc:docMk/>
            <pc:sldMk cId="0" sldId="271"/>
            <ac:spMk id="5" creationId="{2E27CF35-D8EE-48A1-40E7-B5876D715209}"/>
          </ac:spMkLst>
        </pc:spChg>
      </pc:sldChg>
      <pc:sldChg chg="modSp mod">
        <pc:chgData name="Devyansh aggarwal" userId="39436d0bebac459e" providerId="LiveId" clId="{D9D24DF6-AD0C-4F5C-8796-7E30727046E9}" dt="2024-09-30T07:26:11.558" v="1105" actId="20577"/>
        <pc:sldMkLst>
          <pc:docMk/>
          <pc:sldMk cId="0" sldId="272"/>
        </pc:sldMkLst>
        <pc:spChg chg="mod">
          <ac:chgData name="Devyansh aggarwal" userId="39436d0bebac459e" providerId="LiveId" clId="{D9D24DF6-AD0C-4F5C-8796-7E30727046E9}" dt="2024-09-30T07:26:11.558" v="1105" actId="20577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mod">
        <pc:chgData name="Devyansh aggarwal" userId="39436d0bebac459e" providerId="LiveId" clId="{D9D24DF6-AD0C-4F5C-8796-7E30727046E9}" dt="2024-09-28T17:25:32.167" v="870" actId="2711"/>
        <pc:sldMkLst>
          <pc:docMk/>
          <pc:sldMk cId="0" sldId="273"/>
        </pc:sldMkLst>
        <pc:spChg chg="mod">
          <ac:chgData name="Devyansh aggarwal" userId="39436d0bebac459e" providerId="LiveId" clId="{D9D24DF6-AD0C-4F5C-8796-7E30727046E9}" dt="2024-09-28T17:25:32.167" v="870" actId="2711"/>
          <ac:spMkLst>
            <pc:docMk/>
            <pc:sldMk cId="0" sldId="273"/>
            <ac:spMk id="3" creationId="{00000000-0000-0000-0000-000000000000}"/>
          </ac:spMkLst>
        </pc:spChg>
        <pc:spChg chg="add del mod">
          <ac:chgData name="Devyansh aggarwal" userId="39436d0bebac459e" providerId="LiveId" clId="{D9D24DF6-AD0C-4F5C-8796-7E30727046E9}" dt="2024-09-28T06:00:08.776" v="193" actId="478"/>
          <ac:spMkLst>
            <pc:docMk/>
            <pc:sldMk cId="0" sldId="273"/>
            <ac:spMk id="4" creationId="{85A2F48D-7D54-952F-CDAF-16ABA3775C6D}"/>
          </ac:spMkLst>
        </pc:spChg>
        <pc:spChg chg="add del mod">
          <ac:chgData name="Devyansh aggarwal" userId="39436d0bebac459e" providerId="LiveId" clId="{D9D24DF6-AD0C-4F5C-8796-7E30727046E9}" dt="2024-09-28T05:56:24.784" v="190"/>
          <ac:spMkLst>
            <pc:docMk/>
            <pc:sldMk cId="0" sldId="273"/>
            <ac:spMk id="5" creationId="{719BC73D-F348-CA47-8D9A-25ED2CFD3A95}"/>
          </ac:spMkLst>
        </pc:spChg>
        <pc:spChg chg="add">
          <ac:chgData name="Devyansh aggarwal" userId="39436d0bebac459e" providerId="LiveId" clId="{D9D24DF6-AD0C-4F5C-8796-7E30727046E9}" dt="2024-09-28T05:55:42.718" v="185"/>
          <ac:spMkLst>
            <pc:docMk/>
            <pc:sldMk cId="0" sldId="273"/>
            <ac:spMk id="6" creationId="{A066B218-80C0-86DD-F45E-3960EA104D9F}"/>
          </ac:spMkLst>
        </pc:spChg>
      </pc:sldChg>
      <pc:sldChg chg="addSp delSp modSp mod">
        <pc:chgData name="Devyansh aggarwal" userId="39436d0bebac459e" providerId="LiveId" clId="{D9D24DF6-AD0C-4F5C-8796-7E30727046E9}" dt="2024-09-28T18:47:22.058" v="1046" actId="20577"/>
        <pc:sldMkLst>
          <pc:docMk/>
          <pc:sldMk cId="0" sldId="274"/>
        </pc:sldMkLst>
        <pc:spChg chg="mod">
          <ac:chgData name="Devyansh aggarwal" userId="39436d0bebac459e" providerId="LiveId" clId="{D9D24DF6-AD0C-4F5C-8796-7E30727046E9}" dt="2024-09-28T18:38:34.044" v="973" actId="1076"/>
          <ac:spMkLst>
            <pc:docMk/>
            <pc:sldMk cId="0" sldId="274"/>
            <ac:spMk id="2" creationId="{00000000-0000-0000-0000-000000000000}"/>
          </ac:spMkLst>
        </pc:spChg>
        <pc:spChg chg="del mod">
          <ac:chgData name="Devyansh aggarwal" userId="39436d0bebac459e" providerId="LiveId" clId="{D9D24DF6-AD0C-4F5C-8796-7E30727046E9}" dt="2024-09-28T18:37:59.830" v="956"/>
          <ac:spMkLst>
            <pc:docMk/>
            <pc:sldMk cId="0" sldId="274"/>
            <ac:spMk id="3" creationId="{00000000-0000-0000-0000-000000000000}"/>
          </ac:spMkLst>
        </pc:spChg>
        <pc:spChg chg="add">
          <ac:chgData name="Devyansh aggarwal" userId="39436d0bebac459e" providerId="LiveId" clId="{D9D24DF6-AD0C-4F5C-8796-7E30727046E9}" dt="2024-09-28T18:37:33.991" v="884"/>
          <ac:spMkLst>
            <pc:docMk/>
            <pc:sldMk cId="0" sldId="274"/>
            <ac:spMk id="4" creationId="{7B6AE03F-7967-A591-AE47-4202DBFC27A2}"/>
          </ac:spMkLst>
        </pc:spChg>
        <pc:spChg chg="add del mod">
          <ac:chgData name="Devyansh aggarwal" userId="39436d0bebac459e" providerId="LiveId" clId="{D9D24DF6-AD0C-4F5C-8796-7E30727046E9}" dt="2024-09-28T18:39:02.479" v="979" actId="478"/>
          <ac:spMkLst>
            <pc:docMk/>
            <pc:sldMk cId="0" sldId="274"/>
            <ac:spMk id="5" creationId="{5334F438-D29A-4AC8-33C4-FC9176D0322A}"/>
          </ac:spMkLst>
        </pc:spChg>
        <pc:spChg chg="add mod">
          <ac:chgData name="Devyansh aggarwal" userId="39436d0bebac459e" providerId="LiveId" clId="{D9D24DF6-AD0C-4F5C-8796-7E30727046E9}" dt="2024-09-28T18:41:29.812" v="1003" actId="5793"/>
          <ac:spMkLst>
            <pc:docMk/>
            <pc:sldMk cId="0" sldId="274"/>
            <ac:spMk id="6" creationId="{776BE4CE-22AA-30A7-D213-0580827605A0}"/>
          </ac:spMkLst>
        </pc:spChg>
        <pc:spChg chg="add del mod">
          <ac:chgData name="Devyansh aggarwal" userId="39436d0bebac459e" providerId="LiveId" clId="{D9D24DF6-AD0C-4F5C-8796-7E30727046E9}" dt="2024-09-28T18:40:52.113" v="993" actId="478"/>
          <ac:spMkLst>
            <pc:docMk/>
            <pc:sldMk cId="0" sldId="274"/>
            <ac:spMk id="7" creationId="{4572237D-8410-4CA6-B65A-2E68A880A0B4}"/>
          </ac:spMkLst>
        </pc:spChg>
        <pc:spChg chg="add del">
          <ac:chgData name="Devyansh aggarwal" userId="39436d0bebac459e" providerId="LiveId" clId="{D9D24DF6-AD0C-4F5C-8796-7E30727046E9}" dt="2024-09-28T18:40:52.113" v="993" actId="478"/>
          <ac:spMkLst>
            <pc:docMk/>
            <pc:sldMk cId="0" sldId="274"/>
            <ac:spMk id="8" creationId="{92EAEAC7-6ABF-04AE-D264-37B34C4B124E}"/>
          </ac:spMkLst>
        </pc:spChg>
        <pc:spChg chg="add mod">
          <ac:chgData name="Devyansh aggarwal" userId="39436d0bebac459e" providerId="LiveId" clId="{D9D24DF6-AD0C-4F5C-8796-7E30727046E9}" dt="2024-09-28T18:47:22.058" v="1046" actId="20577"/>
          <ac:spMkLst>
            <pc:docMk/>
            <pc:sldMk cId="0" sldId="274"/>
            <ac:spMk id="9" creationId="{13FCC2BC-0093-6CD9-B34B-CD5F54700435}"/>
          </ac:spMkLst>
        </pc:spChg>
        <pc:spChg chg="add mod">
          <ac:chgData name="Devyansh aggarwal" userId="39436d0bebac459e" providerId="LiveId" clId="{D9D24DF6-AD0C-4F5C-8796-7E30727046E9}" dt="2024-09-28T18:45:30.914" v="1035" actId="122"/>
          <ac:spMkLst>
            <pc:docMk/>
            <pc:sldMk cId="0" sldId="274"/>
            <ac:spMk id="10" creationId="{39B1CFB0-DAF1-CA18-E33E-CE4AB4FE0BBF}"/>
          </ac:spMkLst>
        </pc:spChg>
        <pc:spChg chg="add mod">
          <ac:chgData name="Devyansh aggarwal" userId="39436d0bebac459e" providerId="LiveId" clId="{D9D24DF6-AD0C-4F5C-8796-7E30727046E9}" dt="2024-09-28T18:47:18.537" v="1045" actId="1076"/>
          <ac:spMkLst>
            <pc:docMk/>
            <pc:sldMk cId="0" sldId="274"/>
            <ac:spMk id="11" creationId="{881BB850-266B-E341-CD2E-016A9C03F173}"/>
          </ac:spMkLst>
        </pc:spChg>
      </pc:sldChg>
      <pc:sldChg chg="addSp delSp modSp mod">
        <pc:chgData name="Devyansh aggarwal" userId="39436d0bebac459e" providerId="LiveId" clId="{D9D24DF6-AD0C-4F5C-8796-7E30727046E9}" dt="2024-09-29T10:16:03.649" v="1090" actId="732"/>
        <pc:sldMkLst>
          <pc:docMk/>
          <pc:sldMk cId="0" sldId="275"/>
        </pc:sldMkLst>
        <pc:spChg chg="del mod">
          <ac:chgData name="Devyansh aggarwal" userId="39436d0bebac459e" providerId="LiveId" clId="{D9D24DF6-AD0C-4F5C-8796-7E30727046E9}" dt="2024-09-28T07:12:02.852" v="583"/>
          <ac:spMkLst>
            <pc:docMk/>
            <pc:sldMk cId="0" sldId="275"/>
            <ac:spMk id="3" creationId="{00000000-0000-0000-0000-000000000000}"/>
          </ac:spMkLst>
        </pc:spChg>
        <pc:picChg chg="add mod modCrop">
          <ac:chgData name="Devyansh aggarwal" userId="39436d0bebac459e" providerId="LiveId" clId="{D9D24DF6-AD0C-4F5C-8796-7E30727046E9}" dt="2024-09-29T10:16:03.649" v="1090" actId="732"/>
          <ac:picMkLst>
            <pc:docMk/>
            <pc:sldMk cId="0" sldId="275"/>
            <ac:picMk id="4" creationId="{6236D42D-A366-A6E8-2F76-57F4569BEE87}"/>
          </ac:picMkLst>
        </pc:picChg>
        <pc:picChg chg="add del mod modCrop">
          <ac:chgData name="Devyansh aggarwal" userId="39436d0bebac459e" providerId="LiveId" clId="{D9D24DF6-AD0C-4F5C-8796-7E30727046E9}" dt="2024-09-28T07:15:16.150" v="587" actId="478"/>
          <ac:picMkLst>
            <pc:docMk/>
            <pc:sldMk cId="0" sldId="275"/>
            <ac:picMk id="5" creationId="{8F83E2C7-777A-06ED-CB01-B682371387E0}"/>
          </ac:picMkLst>
        </pc:picChg>
        <pc:picChg chg="add del">
          <ac:chgData name="Devyansh aggarwal" userId="39436d0bebac459e" providerId="LiveId" clId="{D9D24DF6-AD0C-4F5C-8796-7E30727046E9}" dt="2024-09-28T07:15:22.377" v="589" actId="478"/>
          <ac:picMkLst>
            <pc:docMk/>
            <pc:sldMk cId="0" sldId="275"/>
            <ac:picMk id="7" creationId="{9E2D3B06-3EB9-09E7-AC48-1D2C5D43223D}"/>
          </ac:picMkLst>
        </pc:picChg>
        <pc:picChg chg="add del mod ord">
          <ac:chgData name="Devyansh aggarwal" userId="39436d0bebac459e" providerId="LiveId" clId="{D9D24DF6-AD0C-4F5C-8796-7E30727046E9}" dt="2024-09-29T10:12:07.725" v="1057" actId="478"/>
          <ac:picMkLst>
            <pc:docMk/>
            <pc:sldMk cId="0" sldId="275"/>
            <ac:picMk id="9" creationId="{6D6ACFFB-90AE-2CC8-8BD3-6B0F0CF11BF8}"/>
          </ac:picMkLst>
        </pc:picChg>
      </pc:sldChg>
      <pc:sldChg chg="del">
        <pc:chgData name="Devyansh aggarwal" userId="39436d0bebac459e" providerId="LiveId" clId="{D9D24DF6-AD0C-4F5C-8796-7E30727046E9}" dt="2024-09-28T07:21:12.282" v="599" actId="47"/>
        <pc:sldMkLst>
          <pc:docMk/>
          <pc:sldMk cId="0" sldId="277"/>
        </pc:sldMkLst>
      </pc:sldChg>
      <pc:sldChg chg="addSp modSp mod">
        <pc:chgData name="Devyansh aggarwal" userId="39436d0bebac459e" providerId="LiveId" clId="{D9D24DF6-AD0C-4F5C-8796-7E30727046E9}" dt="2024-09-28T21:00:15.322" v="1051" actId="1076"/>
        <pc:sldMkLst>
          <pc:docMk/>
          <pc:sldMk cId="0" sldId="278"/>
        </pc:sldMkLst>
        <pc:spChg chg="mod">
          <ac:chgData name="Devyansh aggarwal" userId="39436d0bebac459e" providerId="LiveId" clId="{D9D24DF6-AD0C-4F5C-8796-7E30727046E9}" dt="2024-09-28T17:25:49.709" v="871" actId="1076"/>
          <ac:spMkLst>
            <pc:docMk/>
            <pc:sldMk cId="0" sldId="278"/>
            <ac:spMk id="3" creationId="{00000000-0000-0000-0000-000000000000}"/>
          </ac:spMkLst>
        </pc:spChg>
        <pc:spChg chg="add mod">
          <ac:chgData name="Devyansh aggarwal" userId="39436d0bebac459e" providerId="LiveId" clId="{D9D24DF6-AD0C-4F5C-8796-7E30727046E9}" dt="2024-09-28T21:00:15.322" v="1051" actId="1076"/>
          <ac:spMkLst>
            <pc:docMk/>
            <pc:sldMk cId="0" sldId="278"/>
            <ac:spMk id="4" creationId="{BC50CA52-92F6-DBAB-7619-E6818016B9E9}"/>
          </ac:spMkLst>
        </pc:spChg>
      </pc:sldChg>
      <pc:sldChg chg="modSp mod">
        <pc:chgData name="Devyansh aggarwal" userId="39436d0bebac459e" providerId="LiveId" clId="{D9D24DF6-AD0C-4F5C-8796-7E30727046E9}" dt="2024-09-30T09:35:27.204" v="1209" actId="12"/>
        <pc:sldMkLst>
          <pc:docMk/>
          <pc:sldMk cId="0" sldId="279"/>
        </pc:sldMkLst>
        <pc:spChg chg="mod">
          <ac:chgData name="Devyansh aggarwal" userId="39436d0bebac459e" providerId="LiveId" clId="{D9D24DF6-AD0C-4F5C-8796-7E30727046E9}" dt="2024-09-30T09:35:27.204" v="1209" actId="12"/>
          <ac:spMkLst>
            <pc:docMk/>
            <pc:sldMk cId="0" sldId="279"/>
            <ac:spMk id="3" creationId="{00000000-0000-0000-0000-000000000000}"/>
          </ac:spMkLst>
        </pc:spChg>
      </pc:sldChg>
      <pc:sldChg chg="modSp add del mod">
        <pc:chgData name="Devyansh aggarwal" userId="39436d0bebac459e" providerId="LiveId" clId="{D9D24DF6-AD0C-4F5C-8796-7E30727046E9}" dt="2024-09-28T17:11:29.676" v="869" actId="47"/>
        <pc:sldMkLst>
          <pc:docMk/>
          <pc:sldMk cId="417193756" sldId="280"/>
        </pc:sldMkLst>
        <pc:spChg chg="mod">
          <ac:chgData name="Devyansh aggarwal" userId="39436d0bebac459e" providerId="LiveId" clId="{D9D24DF6-AD0C-4F5C-8796-7E30727046E9}" dt="2024-09-28T17:10:55.652" v="866" actId="6549"/>
          <ac:spMkLst>
            <pc:docMk/>
            <pc:sldMk cId="417193756" sldId="280"/>
            <ac:spMk id="3" creationId="{00000000-0000-0000-0000-000000000000}"/>
          </ac:spMkLst>
        </pc:spChg>
      </pc:sldChg>
      <pc:sldChg chg="addSp delSp modSp add mod">
        <pc:chgData name="Devyansh aggarwal" userId="39436d0bebac459e" providerId="LiveId" clId="{D9D24DF6-AD0C-4F5C-8796-7E30727046E9}" dt="2024-09-29T10:20:03.884" v="1095" actId="14100"/>
        <pc:sldMkLst>
          <pc:docMk/>
          <pc:sldMk cId="937329603" sldId="280"/>
        </pc:sldMkLst>
        <pc:picChg chg="del">
          <ac:chgData name="Devyansh aggarwal" userId="39436d0bebac459e" providerId="LiveId" clId="{D9D24DF6-AD0C-4F5C-8796-7E30727046E9}" dt="2024-09-29T10:14:45.195" v="1082" actId="478"/>
          <ac:picMkLst>
            <pc:docMk/>
            <pc:sldMk cId="937329603" sldId="280"/>
            <ac:picMk id="4" creationId="{6236D42D-A366-A6E8-2F76-57F4569BEE87}"/>
          </ac:picMkLst>
        </pc:picChg>
        <pc:picChg chg="add del mod">
          <ac:chgData name="Devyansh aggarwal" userId="39436d0bebac459e" providerId="LiveId" clId="{D9D24DF6-AD0C-4F5C-8796-7E30727046E9}" dt="2024-09-29T10:14:35.861" v="1080" actId="478"/>
          <ac:picMkLst>
            <pc:docMk/>
            <pc:sldMk cId="937329603" sldId="280"/>
            <ac:picMk id="5" creationId="{D1D02AE4-F28B-EDE9-B127-2A3AFF5ED1F3}"/>
          </ac:picMkLst>
        </pc:picChg>
        <pc:picChg chg="add mod modCrop">
          <ac:chgData name="Devyansh aggarwal" userId="39436d0bebac459e" providerId="LiveId" clId="{D9D24DF6-AD0C-4F5C-8796-7E30727046E9}" dt="2024-09-29T10:20:03.884" v="1095" actId="14100"/>
          <ac:picMkLst>
            <pc:docMk/>
            <pc:sldMk cId="937329603" sldId="280"/>
            <ac:picMk id="7" creationId="{3E527DE0-5E03-7CC6-B8D8-E578508DC556}"/>
          </ac:picMkLst>
        </pc:picChg>
      </pc:sldChg>
      <pc:sldChg chg="add del">
        <pc:chgData name="Devyansh aggarwal" userId="39436d0bebac459e" providerId="LiveId" clId="{D9D24DF6-AD0C-4F5C-8796-7E30727046E9}" dt="2024-09-28T07:20:56.238" v="598" actId="47"/>
        <pc:sldMkLst>
          <pc:docMk/>
          <pc:sldMk cId="3981966621" sldId="280"/>
        </pc:sldMkLst>
      </pc:sldChg>
      <pc:sldChg chg="addSp delSp modSp add mod ord">
        <pc:chgData name="Devyansh aggarwal" userId="39436d0bebac459e" providerId="LiveId" clId="{D9D24DF6-AD0C-4F5C-8796-7E30727046E9}" dt="2024-09-30T09:10:35.234" v="1113"/>
        <pc:sldMkLst>
          <pc:docMk/>
          <pc:sldMk cId="1217657576" sldId="281"/>
        </pc:sldMkLst>
        <pc:picChg chg="del">
          <ac:chgData name="Devyansh aggarwal" userId="39436d0bebac459e" providerId="LiveId" clId="{D9D24DF6-AD0C-4F5C-8796-7E30727046E9}" dt="2024-09-29T10:13:36.453" v="1072" actId="478"/>
          <ac:picMkLst>
            <pc:docMk/>
            <pc:sldMk cId="1217657576" sldId="281"/>
            <ac:picMk id="4" creationId="{6236D42D-A366-A6E8-2F76-57F4569BEE87}"/>
          </ac:picMkLst>
        </pc:picChg>
        <pc:picChg chg="add del mod">
          <ac:chgData name="Devyansh aggarwal" userId="39436d0bebac459e" providerId="LiveId" clId="{D9D24DF6-AD0C-4F5C-8796-7E30727046E9}" dt="2024-09-29T10:13:43.487" v="1074" actId="478"/>
          <ac:picMkLst>
            <pc:docMk/>
            <pc:sldMk cId="1217657576" sldId="281"/>
            <ac:picMk id="5" creationId="{128DB797-72B2-EFCB-7B30-B86BC6B9D66F}"/>
          </ac:picMkLst>
        </pc:picChg>
        <pc:picChg chg="add mod modCrop">
          <ac:chgData name="Devyansh aggarwal" userId="39436d0bebac459e" providerId="LiveId" clId="{D9D24DF6-AD0C-4F5C-8796-7E30727046E9}" dt="2024-09-29T10:16:47.227" v="1094" actId="732"/>
          <ac:picMkLst>
            <pc:docMk/>
            <pc:sldMk cId="1217657576" sldId="281"/>
            <ac:picMk id="7" creationId="{4FB106A4-3016-C67A-2200-FACBDB468F47}"/>
          </ac:picMkLst>
        </pc:picChg>
      </pc:sldChg>
      <pc:sldChg chg="addSp delSp modSp add mod ord">
        <pc:chgData name="Devyansh aggarwal" userId="39436d0bebac459e" providerId="LiveId" clId="{D9D24DF6-AD0C-4F5C-8796-7E30727046E9}" dt="2024-09-30T09:10:44.585" v="1115"/>
        <pc:sldMkLst>
          <pc:docMk/>
          <pc:sldMk cId="1326654842" sldId="282"/>
        </pc:sldMkLst>
        <pc:picChg chg="add mod">
          <ac:chgData name="Devyansh aggarwal" userId="39436d0bebac459e" providerId="LiveId" clId="{D9D24DF6-AD0C-4F5C-8796-7E30727046E9}" dt="2024-09-30T07:33:04.477" v="1111" actId="14100"/>
          <ac:picMkLst>
            <pc:docMk/>
            <pc:sldMk cId="1326654842" sldId="282"/>
            <ac:picMk id="4" creationId="{3393E47C-45AE-8F54-EFBB-F68E143DD3F4}"/>
          </ac:picMkLst>
        </pc:picChg>
        <pc:picChg chg="del">
          <ac:chgData name="Devyansh aggarwal" userId="39436d0bebac459e" providerId="LiveId" clId="{D9D24DF6-AD0C-4F5C-8796-7E30727046E9}" dt="2024-09-30T07:32:24.268" v="1108" actId="478"/>
          <ac:picMkLst>
            <pc:docMk/>
            <pc:sldMk cId="1326654842" sldId="282"/>
            <ac:picMk id="7" creationId="{3E527DE0-5E03-7CC6-B8D8-E578508DC55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85907-1AA8-4502-B497-CD7A285C7CA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7609-85FC-4DF8-82B9-7EF4D3229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65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A7609-85FC-4DF8-82B9-7EF4D32299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5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D5BB0C6-8FC1-47C0-B737-D54E21B5B868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70C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 advTm="4000"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" TargetMode="External"/><Relationship Id="rId2" Type="http://schemas.openxmlformats.org/officeDocument/2006/relationships/hyperlink" Target="https://www.w3schools.com/html/default.asp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628800"/>
            <a:ext cx="662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 Black" pitchFamily="34" charset="0"/>
              </a:rPr>
              <a:t>Front End Engineering-I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96CC0-0544-9FD2-7AFD-B23ECB7AE8F4}"/>
              </a:ext>
            </a:extLst>
          </p:cNvPr>
          <p:cNvSpPr txBox="1"/>
          <p:nvPr/>
        </p:nvSpPr>
        <p:spPr>
          <a:xfrm>
            <a:off x="1907704" y="2829129"/>
            <a:ext cx="5112568" cy="21852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Team Details:</a:t>
            </a: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Dhruv Kansal (2410993261)	</a:t>
            </a: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Devyansh Aggarwal (2410993260)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    Manthan Khatri (2410993291)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Faculty Coordinator: Ratan Lal Gupta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7624" y="5661248"/>
            <a:ext cx="6947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 Institute of Engineering and Technology, </a:t>
            </a:r>
          </a:p>
          <a:p>
            <a:pPr algn="ctr"/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University, Punjab</a:t>
            </a:r>
          </a:p>
        </p:txBody>
      </p:sp>
    </p:spTree>
  </p:cSld>
  <p:clrMapOvr>
    <a:masterClrMapping/>
  </p:clrMapOvr>
  <p:transition advTm="40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980728"/>
            <a:ext cx="69127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 Features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Bonus Feature(optional)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811" y="1054283"/>
            <a:ext cx="813690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Personal Resume Page using: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Team Member: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1.Dhruv Kansal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2.Devyansh Aggarwal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3.Manthan Khatri`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97AE6-DB6D-5ABA-8F7A-C3EB5EB4234D}"/>
              </a:ext>
            </a:extLst>
          </p:cNvPr>
          <p:cNvSpPr txBox="1"/>
          <p:nvPr/>
        </p:nvSpPr>
        <p:spPr>
          <a:xfrm>
            <a:off x="467544" y="3090446"/>
            <a:ext cx="8064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To create a resume builder website that simplify the resume creation process and help users to create professional, job-ready resumes efficiently.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27CF35-D8EE-48A1-40E7-B5876D715209}"/>
              </a:ext>
            </a:extLst>
          </p:cNvPr>
          <p:cNvSpPr txBox="1"/>
          <p:nvPr/>
        </p:nvSpPr>
        <p:spPr>
          <a:xfrm>
            <a:off x="467544" y="4003224"/>
            <a:ext cx="799288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easy-to-use platform with customizable templates to quickly create professional resumes.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resumes are ATS-friendly and tailored for specific roles or industries.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personalization options and seamless downloading in various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pre-built content, examples, and tools to make resume-building fast and efficient.</a:t>
            </a:r>
          </a:p>
        </p:txBody>
      </p:sp>
    </p:spTree>
  </p:cSld>
  <p:clrMapOvr>
    <a:masterClrMapping/>
  </p:clrMapOvr>
  <p:transition advTm="4000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website solves common problems like time-consuming resume creation, lack of design and formatting skills, and ensuring ATS optimization. It provides pre-designed templates, guided prompts, and the ability to quickly customize resumes, helping users create professional, modern, and tailored resumes with ease.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Aptos" panose="020B0004020202020204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4160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b="1" dirty="0">
                <a:latin typeface="Times New Roman"/>
                <a:ea typeface="+mn-lt"/>
                <a:cs typeface="+mn-lt"/>
              </a:rPr>
              <a:t>HTML (Hyper Text Markup Language):</a:t>
            </a:r>
            <a:endParaRPr lang="en-US" sz="19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900" dirty="0">
                <a:latin typeface="Times New Roman"/>
                <a:ea typeface="+mn-lt"/>
                <a:cs typeface="+mn-lt"/>
              </a:rPr>
              <a:t>Defines the structure of the website.</a:t>
            </a:r>
            <a:endParaRPr lang="en-US" sz="19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900" dirty="0">
                <a:latin typeface="Times New Roman"/>
                <a:ea typeface="+mn-lt"/>
                <a:cs typeface="+mn-lt"/>
              </a:rPr>
              <a:t>Used to create elements like the input bar, buttons, and website interfaces.</a:t>
            </a:r>
            <a:endParaRPr lang="en-US" sz="1900" dirty="0">
              <a:latin typeface="Times New Roman"/>
              <a:cs typeface="Times New Roman"/>
            </a:endParaRPr>
          </a:p>
          <a:p>
            <a:r>
              <a:rPr lang="en-US" sz="1900" b="1" dirty="0">
                <a:latin typeface="Times New Roman"/>
                <a:ea typeface="+mn-lt"/>
                <a:cs typeface="+mn-lt"/>
              </a:rPr>
              <a:t>CSS (Cascading Style Sheets):</a:t>
            </a:r>
            <a:endParaRPr lang="en-US" sz="19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900" dirty="0">
                <a:latin typeface="Times New Roman"/>
                <a:ea typeface="+mn-lt"/>
                <a:cs typeface="+mn-lt"/>
              </a:rPr>
              <a:t>Adds styling to the website to enhance visual appearance.</a:t>
            </a:r>
            <a:endParaRPr lang="en-US" sz="19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900" dirty="0">
                <a:latin typeface="Times New Roman"/>
                <a:ea typeface="+mn-lt"/>
                <a:cs typeface="+mn-lt"/>
              </a:rPr>
              <a:t>Provides layout design, color schemes, fonts, and responsive elements.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backend of the website.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like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Vue.js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 building a dynamic and interactive user interface, enabling real-time updates and state management.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76BE4CE-22AA-30A7-D213-0580827605A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1520" y="1351221"/>
            <a:ext cx="324036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intuitive and easy-to-navigate platform allows users to create professional resumes without needing prior design or technical skills.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3FCC2BC-0093-6CD9-B34B-CD5F54700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024" y="1381642"/>
            <a:ext cx="3758539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Customizable Templates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from a variety of modern, industry-specific templates that can be easily customized to fit your unique style and professional needs.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1CFB0-DAF1-CA18-E33E-CE4AB4FE0BBF}"/>
              </a:ext>
            </a:extLst>
          </p:cNvPr>
          <p:cNvSpPr txBox="1"/>
          <p:nvPr/>
        </p:nvSpPr>
        <p:spPr>
          <a:xfrm>
            <a:off x="266882" y="3967896"/>
            <a:ext cx="380106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and Share Options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Easily download your resume in multiple formats (PDF, Word) or share it directly with employers or on job platforms.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1BB850-266B-E341-CD2E-016A9C03F173}"/>
              </a:ext>
            </a:extLst>
          </p:cNvPr>
          <p:cNvSpPr txBox="1"/>
          <p:nvPr/>
        </p:nvSpPr>
        <p:spPr>
          <a:xfrm>
            <a:off x="4867093" y="3967896"/>
            <a:ext cx="3600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or edit your resume on-the-go with our mobile-optimized platform, making it convenient to update your resume anytime, anywhere.</a:t>
            </a:r>
          </a:p>
        </p:txBody>
      </p:sp>
    </p:spTree>
  </p:cSld>
  <p:clrMapOvr>
    <a:masterClrMapping/>
  </p:clrMapOvr>
  <p:transition advTm="4000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6D42D-A366-A6E8-2F76-57F4569BE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17" b="19130"/>
          <a:stretch/>
        </p:blipFill>
        <p:spPr>
          <a:xfrm>
            <a:off x="611560" y="1124744"/>
            <a:ext cx="7704856" cy="4608512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106A4-3016-C67A-2200-FACBDB468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09" b="18318"/>
          <a:stretch/>
        </p:blipFill>
        <p:spPr>
          <a:xfrm>
            <a:off x="611560" y="1412776"/>
            <a:ext cx="7511143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57576"/>
      </p:ext>
    </p:extLst>
  </p:cSld>
  <p:clrMapOvr>
    <a:masterClrMapping/>
  </p:clrMapOvr>
  <p:transition advTm="4000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65987-F737-4970-3321-B8B160B65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8316416" cy="441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54842"/>
      </p:ext>
    </p:extLst>
  </p:cSld>
  <p:clrMapOvr>
    <a:masterClrMapping/>
  </p:clrMapOvr>
  <p:transition advTm="4000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527DE0-5E03-7CC6-B8D8-E578508DC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00" b="17324"/>
          <a:stretch/>
        </p:blipFill>
        <p:spPr>
          <a:xfrm>
            <a:off x="683568" y="1412776"/>
            <a:ext cx="7437445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29603"/>
      </p:ext>
    </p:extLst>
  </p:cSld>
  <p:clrMapOvr>
    <a:masterClrMapping/>
  </p:clrMapOvr>
  <p:transition advTm="4000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845423"/>
            <a:ext cx="8136904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/>
                <a:ea typeface="+mn-lt"/>
                <a:cs typeface="+mn-lt"/>
              </a:rPr>
              <a:t>Summary:</a:t>
            </a: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Our Resume builder website successfully addresses the need by building Professional Resume by leveraging modern web technologies like HTML, CSS, and JavaScript.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website offers a seamless and user-friendly experience, empowering job seekers to create professional resumes in minutes.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0CA52-92F6-DBAB-7619-E6818016B9E9}"/>
              </a:ext>
            </a:extLst>
          </p:cNvPr>
          <p:cNvSpPr txBox="1"/>
          <p:nvPr/>
        </p:nvSpPr>
        <p:spPr>
          <a:xfrm>
            <a:off x="398571" y="2815193"/>
            <a:ext cx="842493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/>
                <a:ea typeface="+mn-lt"/>
                <a:cs typeface="+mn-lt"/>
              </a:rPr>
              <a:t>Team’s Key Takeaways:</a:t>
            </a:r>
            <a:endParaRPr lang="en-US" sz="2200" b="1" dirty="0">
              <a:latin typeface="Times New Roman"/>
              <a:cs typeface="Times New Roman"/>
            </a:endParaRPr>
          </a:p>
          <a:p>
            <a:r>
              <a:rPr lang="en-US" sz="1800" b="1" dirty="0">
                <a:latin typeface="Times New Roman"/>
                <a:ea typeface="+mn-lt"/>
                <a:cs typeface="+mn-lt"/>
              </a:rPr>
              <a:t>Collaboration &amp; Problem Solving:</a:t>
            </a:r>
            <a:endParaRPr lang="en-US" sz="1800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+mn-lt"/>
              </a:rPr>
              <a:t>Working as a team taught us how to collaborate effectively, delegate tasks, and solve problems together, especially in integrating APIs and handling errors.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 b="1" dirty="0">
                <a:latin typeface="Times New Roman"/>
                <a:ea typeface="+mn-lt"/>
                <a:cs typeface="+mn-lt"/>
              </a:rPr>
              <a:t>Hands-On Technical Experience:</a:t>
            </a:r>
            <a:endParaRPr lang="en-US" sz="18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+mn-lt"/>
              </a:rPr>
              <a:t>Strengthened our understanding of web development technologies (HTML, CSS, JavaScript).</a:t>
            </a:r>
          </a:p>
          <a:p>
            <a:r>
              <a:rPr lang="en-US" sz="1800" b="1" dirty="0">
                <a:latin typeface="Times New Roman"/>
                <a:ea typeface="+mn-lt"/>
                <a:cs typeface="+mn-lt"/>
              </a:rPr>
              <a:t>Importance of User Experience:</a:t>
            </a:r>
            <a:endParaRPr lang="en-US" sz="1800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+mn-lt"/>
              </a:rPr>
              <a:t>Gained valuable insights into designing user-friendly interfaces, emphasizing simplicity and clarity to enhance user satisfaction.</a:t>
            </a:r>
          </a:p>
          <a:p>
            <a:r>
              <a:rPr lang="en-US" sz="1800" b="1" dirty="0">
                <a:latin typeface="Times New Roman"/>
                <a:ea typeface="+mn-lt"/>
                <a:cs typeface="+mn-lt"/>
              </a:rPr>
              <a:t>Adapting to New Challenges:</a:t>
            </a:r>
            <a:endParaRPr lang="en-US" sz="1800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+mn-lt"/>
              </a:rPr>
              <a:t>Learned how to adapt to technical challenges, including responsive design and ensuring the website functions smoothly across different devices.</a:t>
            </a:r>
            <a:endParaRPr lang="en-US" sz="1800" dirty="0">
              <a:latin typeface="Times New Roman"/>
            </a:endParaRPr>
          </a:p>
          <a:p>
            <a:endParaRPr lang="en-US" dirty="0"/>
          </a:p>
        </p:txBody>
      </p:sp>
    </p:spTree>
  </p:cSld>
  <p:clrMapOvr>
    <a:masterClrMapping/>
  </p:clrMapOvr>
  <p:transition advTm="4000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  <a:hlinkClick r:id="rId2"/>
              </a:rPr>
              <a:t>https://www.w3schools.com/html/default.asp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  <a:hlinkClick r:id="rId3"/>
              </a:rPr>
              <a:t>https://developer.mozilla.org/en-US/docs/Web/CSS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</p:spTree>
  </p:cSld>
  <p:clrMapOvr>
    <a:masterClrMapping/>
  </p:clrMapOvr>
  <p:transition advTm="4000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p:transition advTm="4000">
    <p:cut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</TotalTime>
  <Words>607</Words>
  <Application>Microsoft Office PowerPoint</Application>
  <PresentationFormat>On-screen Show (4:3)</PresentationFormat>
  <Paragraphs>76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Black</vt:lpstr>
      <vt:lpstr>Calibri</vt:lpstr>
      <vt:lpstr>Calibri Light</vt:lpstr>
      <vt:lpstr>Times New Roman</vt:lpstr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Devyansh aggarwal</cp:lastModifiedBy>
  <cp:revision>35</cp:revision>
  <dcterms:created xsi:type="dcterms:W3CDTF">2022-12-12T14:14:34Z</dcterms:created>
  <dcterms:modified xsi:type="dcterms:W3CDTF">2024-09-30T13:21:12Z</dcterms:modified>
</cp:coreProperties>
</file>